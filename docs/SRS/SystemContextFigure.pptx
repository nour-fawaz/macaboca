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stem"/>
          <p:cNvSpPr/>
          <p:nvPr/>
        </p:nvSpPr>
        <p:spPr>
          <a:xfrm>
            <a:off x="4754880" y="457200"/>
            <a:ext cx="2651760" cy="59436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846320" y="29260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Assessment Web Platform (MERLS)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(our system)</a:t>
            </a:r>
            <a:endParaRPr lang="en-US" sz="1600" dirty="0"/>
          </a:p>
        </p:txBody>
      </p:sp>
      <p:sp>
        <p:nvSpPr>
          <p:cNvPr id="4" name="Patient / Caregiver"/>
          <p:cNvSpPr/>
          <p:nvPr/>
        </p:nvSpPr>
        <p:spPr>
          <a:xfrm>
            <a:off x="457200" y="54864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486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</a:t>
            </a:r>
            <a:endParaRPr lang="en-US" sz="1300" dirty="0"/>
          </a:p>
        </p:txBody>
      </p:sp>
      <p:sp>
        <p:nvSpPr>
          <p:cNvPr id="6" name="Clinician"/>
          <p:cNvSpPr/>
          <p:nvPr/>
        </p:nvSpPr>
        <p:spPr>
          <a:xfrm>
            <a:off x="457200" y="269748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697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</a:t>
            </a:r>
            <a:endParaRPr lang="en-US" sz="1300" dirty="0"/>
          </a:p>
        </p:txBody>
      </p:sp>
      <p:sp>
        <p:nvSpPr>
          <p:cNvPr id="8" name="Researcher"/>
          <p:cNvSpPr/>
          <p:nvPr/>
        </p:nvSpPr>
        <p:spPr>
          <a:xfrm>
            <a:off x="457200" y="484632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48463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875520" y="17830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0" y="17830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Language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875520" y="40690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75520" y="40690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920240" y="1024128"/>
            <a:ext cx="283464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1920240" y="56692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responses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(video, audio)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flipH="1">
            <a:off x="1920240" y="1536192"/>
            <a:ext cx="283464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1920240" y="15910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report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20240" y="3172968"/>
            <a:ext cx="283464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1920240" y="271576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edits,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flipH="1">
            <a:off x="1920240" y="3685032"/>
            <a:ext cx="283464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1920240" y="37398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transcripts,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insights, reports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20240" y="5321808"/>
            <a:ext cx="283464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1920240" y="486460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corrections,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speaker/language labels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flipH="1">
            <a:off x="1920240" y="5833872"/>
            <a:ext cx="283464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1920240" y="588873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recordings, transcripts,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data exports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06640" y="2029968"/>
            <a:ext cx="24688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7406640" y="17739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 flipH="1">
            <a:off x="7406640" y="2542032"/>
            <a:ext cx="24688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7406640" y="25968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transcripts,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patterns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06640" y="4315968"/>
            <a:ext cx="24688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7406640" y="40599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recordings, records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 flipH="1">
            <a:off x="7406640" y="4828032"/>
            <a:ext cx="24688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7406640" y="48828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data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2026-10-14T20:46:36Z</dcterms:created>
  <dcterms:modified xsi:type="dcterms:W3CDTF">2026-10-14T20:46:36Z</dcterms:modified>
</cp:coreProperties>
</file>